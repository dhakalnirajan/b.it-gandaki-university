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57" r:id="rId8"/>
    <p:sldId id="258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2018-E53B-3203-92C6-BF869F6A5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48AC1-C419-F862-A12D-B6B29358D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C08F-E169-ECA7-B7A0-EE3362F7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E3BD1-13E6-DDA3-BDFE-CE1BA358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14708-8273-13AA-8C48-C0B5667F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8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C328-C0C6-AD7D-522F-17810619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C6F30-3BC4-FD14-92D3-125CF9EC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D74CA-DC24-AA63-5D61-320AADA1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DAE1-B54B-6C42-84F5-498D4B00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97885-FC0A-3383-C860-3401284E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F175-35C9-14E9-D2F0-647FA1B3E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C413E-DCEB-5246-E3C0-BA6F61C8A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D2279-3E45-7F30-1127-5773E6D5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E175D-7536-E4DA-1252-F2F782C6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DE40-1EA0-2F8F-C290-09D8E96E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5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276F-26C6-9537-0156-79DB428F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8E6F3-778B-BD1E-45ED-357D94D24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E744F-2A24-E6BE-785D-28E93F7CD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57797-ABEB-F266-32FB-5CFFB6DB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565AD-1070-2DAE-7905-19F4AB17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E99F1-6E76-A387-6ABD-40A8132F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9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C906-1D7C-2B02-951B-8A42F1F3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CB388-B697-6012-573D-BF2CAFB97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A8BC2-2E52-C997-7194-091C76337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71238-2943-0CC8-5DCE-D3601495F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CE40C-4199-2D7A-D37E-7E008BB4D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475D0-4BC1-C1D2-634F-9F92239E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0BA20-0CF4-21A9-420B-E2E7FDB4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F5D19-A6BC-D19F-CB37-0644AC68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8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B5BD-1567-9C17-09C0-ADB6466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815F9-0D25-DE25-A12B-AA4E83FD2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DD12B-2503-0B39-B91C-C1C73F6B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A9E04-1F9E-E4FF-0E70-B9900D62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9866F-CBB4-55BA-31F6-8829CD88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431E9-49C4-6DE3-4473-84D900D2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34FBF-52C4-965C-95E6-EC9A1CBF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8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00C-ED69-D1E8-251D-2149D127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CB546-104E-85B2-AE36-0E1FA0EE5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4A8B-62DC-4870-9CF2-E0748A0C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B8C4F-7C30-9FCA-CF16-2814DC9C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28757-541E-D7DF-E353-FAB98A2B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44591-D19D-5FD7-BC77-7E7C2ABF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4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AFDE-8C7A-26B4-B4D7-3B865949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EA4F5-D7C6-AC81-8230-CE9728FAE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90BD5-1886-79F8-2A65-C13D1B72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A87E2-2C2B-DA67-CE9A-B50AE875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0FC41-F9E6-4730-3C41-09CA242F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F7C45-EFAB-400F-2C6A-699CEEEF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53E2-744E-616A-AC07-03843712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391BB-AC6D-F757-2452-8B68BBD9F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221DB-72C0-759A-6D4E-E0FE8D08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0864-3D64-02EC-F233-E4A944C2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83930-BD13-1EC6-1207-21A8ADFD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9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3C0C6-DFB2-7B98-DA93-E05F770AF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E739A-63AF-5934-D2DA-9853D3198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1DA2-04A3-A185-C937-F27C8B8F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D720-2C06-DF5E-EFD6-E264B16B7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95FFA-B32C-F1B5-B321-3AD541F7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1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E82E7-7A59-026D-7842-2AD5CE02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60A14-6805-2763-A5CA-AA3B23364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50B7D-6C1C-3BFA-E669-82258DEEC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B2E2A-A1E7-4F88-89CC-ADE71A695E2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F06BC-6E4D-2609-8798-B8C8ECA92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D0F4E-A472-5CFC-BC8D-346A51AE9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D4516-BEB2-4676-9530-9005031B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8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F52F-7C06-56C3-FFC8-2EC66D1F4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Regulation Mechanism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28068-A5B7-A9F4-FEAE-6ED654C25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4009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B6E6-13DD-EF75-E965-1EC4021A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Role of Consumer Protection 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E46F-2950-E5C6-24F1-0B08BC79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 protection laws aim to safeguard buyers against unfair practices in e-commerce.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These laws require transparency in pricing, product information, and returns.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They also establish rights for consumers in cases of fraud or misrepresentation.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8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2155-138D-F51D-10A9-9CEA3E72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 to Consumer Rights in E-Commerce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A903C-8058-7A70-F6D7-1C966871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 rights are essential for maintaining trust in online transactions.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E-commerce has grown rapidly, increasing the need for robust consumer protection measures.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Understanding these rights helps consumers make informed purchasing decisions.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4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DA6D-F5A5-76A9-C372-08B0E713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Importance of Consumer Protection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3CCC1-5566-8E8C-72B1-D2B0F6C37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 protection fosters a fair marketplace for both buyers and sellers.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It helps prevent fraud and abuse in online transactions, promoting safe shopping experiences.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Ensuring consumer rights boosts confidence in e-commerce, encouraging more users to participate.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7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C26C-ACBC-C0CB-7597-C6692CF2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Key Consumer Rights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6B1D-6470-C5AA-D71D-81A84B9E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Consumers have the right to receive accurate information about products and services.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They are entitled to safe and defect-free products that meet quality standards.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Consumers have the right to a clear and fair return and refund policy.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6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7D50-6EDB-A1D9-D736-2D35141B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Role of E-Commerce Platforms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A835-C103-C99D-AF20-871731DA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E-commerce platforms must implement policies that protect consumer rights effectively.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They should provide transparent information about sellers and their products.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Platforms must also establish a complaint resolution system to address consumer grievances.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0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90BF-A97D-693A-D403-9927EAF8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 Act, 2081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383DC-463D-18DE-8DF6-016B09328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382"/>
            <a:ext cx="10988710" cy="524524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3= Any registered firms, companies, or institution allowed by law can conduct e- commerce. Every E-commerce business must create its own digital platform/ websites/App.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 small or home-based business can use existing platforms. The platforms must clearly show the following details so consumer can make informed decision. </a:t>
            </a:r>
          </a:p>
          <a:p>
            <a:pPr marL="514350" indent="-514350">
              <a:buAutoNum type="alphaLcParenR"/>
            </a:pPr>
            <a:r>
              <a:rPr lang="en-US" dirty="0"/>
              <a:t>Name of e- commerce platform</a:t>
            </a:r>
          </a:p>
          <a:p>
            <a:pPr marL="514350" indent="-514350">
              <a:buAutoNum type="alphaLcParenR"/>
            </a:pPr>
            <a:r>
              <a:rPr lang="en-US" dirty="0"/>
              <a:t>Business name, address, registration and certification number.</a:t>
            </a:r>
          </a:p>
          <a:p>
            <a:pPr marL="514350" indent="-514350">
              <a:buAutoNum type="alphaLcParenR"/>
            </a:pPr>
            <a:r>
              <a:rPr lang="en-US" dirty="0"/>
              <a:t>Registered office , main office, and store/ out late locations.</a:t>
            </a:r>
          </a:p>
          <a:p>
            <a:pPr marL="514350" indent="-514350">
              <a:buAutoNum type="alphaLcParenR"/>
            </a:pPr>
            <a:r>
              <a:rPr lang="en-US" dirty="0"/>
              <a:t>License details ( if special license is needed)</a:t>
            </a:r>
          </a:p>
          <a:p>
            <a:pPr marL="514350" indent="-514350">
              <a:buAutoNum type="alphaLcParenR"/>
            </a:pPr>
            <a:r>
              <a:rPr lang="en-US" dirty="0"/>
              <a:t>Type of e-commerce </a:t>
            </a:r>
          </a:p>
          <a:p>
            <a:pPr marL="514350" indent="-514350">
              <a:buAutoNum type="alphaLcParenR"/>
            </a:pPr>
            <a:r>
              <a:rPr lang="en-US" dirty="0"/>
              <a:t>VAT/ PAN number</a:t>
            </a:r>
          </a:p>
          <a:p>
            <a:pPr marL="514350" indent="-514350">
              <a:buAutoNum type="alphaLcParenR"/>
            </a:pPr>
            <a:r>
              <a:rPr lang="en-US" dirty="0"/>
              <a:t>Contact info: email, phone, mobile, fax, social media links, and consumer service contracts.</a:t>
            </a:r>
          </a:p>
          <a:p>
            <a:pPr marL="514350" indent="-514350">
              <a:buAutoNum type="alphaLcParenR"/>
            </a:pPr>
            <a:r>
              <a:rPr lang="en-US" dirty="0"/>
              <a:t>Complaint handling person’s contract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0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31011-DECE-4B58-56C4-53723981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5155-DBAA-9F76-4523-D829BB44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0"/>
            <a:ext cx="10515600" cy="593580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Section 6: Seller must show key product or service details on their e-commerce platform, including name, price with tax, delivery charges, safety info, delivery time, payment methods, warranty, origin, return and cancellation policies, and consumer review or complaint system. </a:t>
            </a:r>
          </a:p>
          <a:p>
            <a:pPr algn="just"/>
            <a:r>
              <a:rPr lang="en-US" dirty="0"/>
              <a:t>Section 8: In E- commerce , payment for goods and services can be made before, during, or after delivery, and payment the delivery agent is considered payment to the seller. The seller must immediately provide a bill or receipt and keep proper record. </a:t>
            </a:r>
          </a:p>
          <a:p>
            <a:pPr algn="just"/>
            <a:r>
              <a:rPr lang="en-US" dirty="0"/>
              <a:t>Section 9 : The seller must deliver the ordered goods or services to the buyer or their representatives at agreed location and within the date, time or period mentioned in the contract. </a:t>
            </a:r>
          </a:p>
          <a:p>
            <a:pPr algn="just"/>
            <a:r>
              <a:rPr lang="en-US" dirty="0"/>
              <a:t>Section 10: Mention about returning goods and services:</a:t>
            </a:r>
          </a:p>
          <a:p>
            <a:pPr marL="514350" indent="-514350" algn="just">
              <a:buAutoNum type="alphaLcParenR"/>
            </a:pPr>
            <a:r>
              <a:rPr lang="en-US" dirty="0"/>
              <a:t>If the goods and services don’t match the details given by the seller, the buyer can return them without using and damaging them.</a:t>
            </a:r>
          </a:p>
          <a:p>
            <a:pPr marL="514350" indent="-514350" algn="just">
              <a:buAutoNum type="alphaLcParenR"/>
            </a:pPr>
            <a:r>
              <a:rPr lang="en-US" dirty="0"/>
              <a:t>The seller must accept the return without any condition.</a:t>
            </a:r>
          </a:p>
          <a:p>
            <a:pPr marL="514350" indent="-514350" algn="just">
              <a:buAutoNum type="alphaLcParenR"/>
            </a:pPr>
            <a:r>
              <a:rPr lang="en-US" dirty="0"/>
              <a:t>The seller can offer a replacement of equal value if buyer agrees</a:t>
            </a:r>
          </a:p>
          <a:p>
            <a:pPr marL="514350" indent="-514350" algn="just">
              <a:buAutoNum type="alphaLcParenR"/>
            </a:pPr>
            <a:r>
              <a:rPr lang="en-US" dirty="0"/>
              <a:t>If the buyer doesn’t want a replacement, the seller must refund the full amount paid.</a:t>
            </a:r>
          </a:p>
        </p:txBody>
      </p:sp>
    </p:spTree>
    <p:extLst>
      <p:ext uri="{BB962C8B-B14F-4D97-AF65-F5344CB8AC3E}">
        <p14:creationId xmlns:p14="http://schemas.microsoft.com/office/powerpoint/2010/main" val="280386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C006-945D-0F8C-9EDF-B2FEDAAD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F0BC-F882-74EF-7BDC-2C6DFF51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Section 11 : Personal information kept confidential: A business must keep user’s personal information confidential and can't be shared  only as needed for buying , selling or delivery of goods and services. Users must be allowed to access, update and delete their personal details.</a:t>
            </a:r>
          </a:p>
          <a:p>
            <a:pPr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27: Complaint may be fine in Department of commerce, supplies and consumer protection.</a:t>
            </a:r>
          </a:p>
        </p:txBody>
      </p:sp>
    </p:spTree>
    <p:extLst>
      <p:ext uri="{BB962C8B-B14F-4D97-AF65-F5344CB8AC3E}">
        <p14:creationId xmlns:p14="http://schemas.microsoft.com/office/powerpoint/2010/main" val="329710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31E5-610F-A09E-B36B-76E6B2CD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B800-257D-B29C-0B5C-97479CC1A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Protecting consumer rights in e-commerce is vital for a sustainable online marketplace.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Consumers should advocate for their rights and demand better practices from businesses.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Everyone has a role to play in promoting a fair, transparent, and safe e-commerce environment.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6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667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E-Commerce Regulation Mechanism </vt:lpstr>
      <vt:lpstr>The Role of Consumer Protection Law</vt:lpstr>
      <vt:lpstr>Introduction to Consumer Rights in E-Commerce</vt:lpstr>
      <vt:lpstr>Importance of Consumer Protection</vt:lpstr>
      <vt:lpstr>Key Consumer Rights</vt:lpstr>
      <vt:lpstr>Role of E-Commerce Platforms</vt:lpstr>
      <vt:lpstr>E-commerce Act, 2081</vt:lpstr>
      <vt:lpstr> </vt:lpstr>
      <vt:lpstr>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Regulation Mechanism </dc:title>
  <dc:creator>shristi baral</dc:creator>
  <cp:lastModifiedBy>Ravi Silwal</cp:lastModifiedBy>
  <cp:revision>4</cp:revision>
  <dcterms:created xsi:type="dcterms:W3CDTF">2025-06-02T13:34:12Z</dcterms:created>
  <dcterms:modified xsi:type="dcterms:W3CDTF">2025-06-25T13:37:20Z</dcterms:modified>
</cp:coreProperties>
</file>