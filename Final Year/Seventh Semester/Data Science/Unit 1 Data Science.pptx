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5" r:id="rId14"/>
    <p:sldId id="273" r:id="rId15"/>
    <p:sldId id="274" r:id="rId16"/>
    <p:sldId id="276" r:id="rId17"/>
    <p:sldId id="277" r:id="rId18"/>
    <p:sldId id="269" r:id="rId19"/>
    <p:sldId id="270" r:id="rId20"/>
    <p:sldId id="272" r:id="rId21"/>
    <p:sldId id="278" r:id="rId22"/>
    <p:sldId id="279" r:id="rId23"/>
    <p:sldId id="286" r:id="rId24"/>
    <p:sldId id="280" r:id="rId25"/>
    <p:sldId id="281" r:id="rId26"/>
    <p:sldId id="282" r:id="rId27"/>
    <p:sldId id="283" r:id="rId28"/>
    <p:sldId id="284" r:id="rId29"/>
    <p:sldId id="285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1238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22729-004B-4C43-92E3-37D4D4E3B94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9598F-CC37-433A-AB30-30A01C93C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3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9598F-CC37-433A-AB30-30A01C93C1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5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2C6C-CE83-29B3-9DF0-243A252CF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EB66-5CCA-067D-7F17-3C2A6369C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0D3E5-2401-D773-1EE2-EC6A2E17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7D17C-6818-1BC5-8F54-97864066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3141A-B95C-FF58-2FE8-8AD37579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0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5E5C1-49F9-4E1A-4551-7E31D90B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75AB-874A-BC3E-290D-6D6848D40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61EF0-6082-551B-6266-D1D10CFA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58F38-C49E-70BB-A5B1-F9C661F8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C5145-D7C3-901A-5DB7-58DDD61B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8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13BA-D793-1FA9-439C-9CBB38AAD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AF1F1-DF64-D282-E8EB-40F162B98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B533B-698C-628F-56EE-6D20082C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1A47C-67EB-D57A-E58F-BA2BD55B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D7A5D-C256-5CC3-3B3C-B48BAC82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7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8322-74C7-910E-9F32-4FF3E94E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74B67-16CA-C5AA-28DC-AF8252359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02443-5954-8778-CFE8-2577F18F9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E576F-5B78-CE46-60CB-E71B91B0F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8E079-4853-E10D-2B38-EC475E04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7BB50-B516-795A-4FA3-04628C08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90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A42A-8C12-4D24-F67A-D4C1D261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31FCC-0FAE-FDD1-7654-89F5DD911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C3F55-467D-9B44-0F9D-B86067FC0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7F1C3-D13F-18D4-8786-B0B385DD8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FE30D-C75E-3278-68E0-7177403D9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D10A2-0A59-6C37-E42B-74016A28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FCA4C-7394-4D24-F637-B507B2C46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701626-91C4-ED5E-C836-4907DD07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96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DD34-15EA-0FEC-AA0D-8718C43B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7D7B5-4ED6-1506-4794-D5757C07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C4643-300A-3D4A-0DA8-E4ADE05B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CABC7-332F-E639-D489-9A6BD10F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342BE-4505-0BE7-6975-80BC2F3B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BD98C-F97C-AA86-91D6-B2C89370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5FD72-256F-594A-E229-53B23FF9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71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AB88-8424-0535-B04B-80DFDD18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5DB3C-C0A7-B54B-3605-54EAC8C91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9AD27-2ED4-6C45-0D61-438BF3BB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4DD00-6438-EA16-1B7E-6927FF27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3FD7A-D742-B28F-3EC8-CF3F3542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90AF9-E039-EE96-E2D9-0E63897F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6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7A56-2DE7-2502-B176-B0E23E6F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64039-4D30-1222-EF78-33B281E9D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0E1D-09F2-B293-D4E1-022C17D8A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4D5E0-E9C9-1BAE-BAA3-90A0A958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DA009-F812-CED6-369D-7399C532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0DB86-4D18-CB83-EADB-483095EF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3174-84F2-619A-E354-86A2022F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5A9E7-25F3-55AE-109F-41A0F5ECE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61430-0C33-0357-3FDF-0F8929B3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5BD19-2BD8-215C-00F9-C0E6B5E2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BFB9E-C051-CA9B-44C7-20FAB4B81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1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773245-9046-FCEF-3FB2-679F82078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3E7BE-BE40-7CA9-375B-9F1606950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E08C-85EE-49D2-B71D-6200BA9F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A35B-46F7-97CB-AA21-0B76526E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4CA57-60D7-4E2E-F17B-6656892E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7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69284-3D83-72B1-2ED7-C35CB9296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80907-AC5E-5CA5-126A-667730F0B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4B122-C711-EF5A-B42A-CB7A66E55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AE0CD-7433-45FE-832C-0DEB65797B9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FA40-2D24-FBED-F7CE-E86BEE1FB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57EA-EC27-F6FB-DA14-8055CB621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79EF6-D1BC-4DD2-BF1D-D01719788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0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C892-7F00-6643-3052-A8F16F256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Science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Unit1: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C65BA-719C-427F-1B26-95C8AE50B2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40847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D0AB2-EE48-0FE3-3114-188BA1E84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Overview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528A-C065-95BC-801C-19FFDC4F5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the practice of mining large data sets of raw data, both structured and unstructured, to identify patterns and extract actionable insight from them.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deals with vast volumes of data using modern tools and techniques to fins unseen patterns , derive meaningful information and make business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a blend of various fields like probability and  Statistics , programming, Analysis, cloud computing etc.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the extraction of actionable insights from raw data.</a:t>
            </a:r>
          </a:p>
        </p:txBody>
      </p:sp>
    </p:spTree>
    <p:extLst>
      <p:ext uri="{BB962C8B-B14F-4D97-AF65-F5344CB8AC3E}">
        <p14:creationId xmlns:p14="http://schemas.microsoft.com/office/powerpoint/2010/main" val="3869661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576C-E2B0-0F11-29BF-18DC67EC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Vs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1BE5-931E-B514-C018-1CC8212A9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						Information</a:t>
            </a:r>
          </a:p>
          <a:p>
            <a:pPr marL="514350" indent="-514350">
              <a:buAutoNum type="arabicPeriod"/>
            </a:pPr>
            <a:r>
              <a:rPr lang="en-US" dirty="0"/>
              <a:t>Raw facts, figures and statistics        1. Processed/organized data.</a:t>
            </a:r>
          </a:p>
          <a:p>
            <a:pPr marL="514350" indent="-514350">
              <a:buAutoNum type="arabicPeriod"/>
            </a:pPr>
            <a:r>
              <a:rPr lang="en-US" dirty="0"/>
              <a:t>No contextual meaning		  2. exact meaning and organized</a:t>
            </a:r>
          </a:p>
          <a:p>
            <a:pPr marL="514350" indent="-514350">
              <a:buAutoNum type="arabicPeriod"/>
            </a:pPr>
            <a:r>
              <a:rPr lang="en-US" dirty="0"/>
              <a:t>Data can be characters, numbers     3. Organized and presented in      						     context- value to data</a:t>
            </a:r>
          </a:p>
        </p:txBody>
      </p:sp>
    </p:spTree>
    <p:extLst>
      <p:ext uri="{BB962C8B-B14F-4D97-AF65-F5344CB8AC3E}">
        <p14:creationId xmlns:p14="http://schemas.microsoft.com/office/powerpoint/2010/main" val="192909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C107-2387-BDD5-AF4C-794E8E39A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and Information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2DF4E2-022D-F614-010E-4065228B9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979" y="1883391"/>
            <a:ext cx="10153934" cy="395785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7AB9E2-D9CC-FC8D-042B-0F6289A073EA}"/>
              </a:ext>
            </a:extLst>
          </p:cNvPr>
          <p:cNvSpPr txBox="1"/>
          <p:nvPr/>
        </p:nvSpPr>
        <p:spPr>
          <a:xfrm>
            <a:off x="2253006" y="6174557"/>
            <a:ext cx="5684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Figure: Data and Information</a:t>
            </a:r>
          </a:p>
        </p:txBody>
      </p:sp>
    </p:spTree>
    <p:extLst>
      <p:ext uri="{BB962C8B-B14F-4D97-AF65-F5344CB8AC3E}">
        <p14:creationId xmlns:p14="http://schemas.microsoft.com/office/powerpoint/2010/main" val="100172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07D2-FF7A-9531-6571-59C3A377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Types of Data and it’s Representation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E108DC-001F-EADC-9C04-8E896252D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934" y="1690688"/>
            <a:ext cx="9758150" cy="4955772"/>
          </a:xfrm>
        </p:spPr>
      </p:pic>
    </p:spTree>
    <p:extLst>
      <p:ext uri="{BB962C8B-B14F-4D97-AF65-F5344CB8AC3E}">
        <p14:creationId xmlns:p14="http://schemas.microsoft.com/office/powerpoint/2010/main" val="1625788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F8DA-1127-98EF-B0C3-59C45B5F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Science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9217-5CEF-7C9E-2DBB-1723233E3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89"/>
            <a:ext cx="10515600" cy="466867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Capture: Data Acquisition, Data entry, signal reception, data extraction, gathering raw structured and unstructured data.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Maintain: Data warehousing, data cleansing, data processing, data architecture- taking raw data and putting it in the form that can be used.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 Data mining, clustering/classification, data modeling , data summarization- Data scientists take the prepared data and examine its patterns, ranges and biases to determine how useful it will be in predictive analysis.</a:t>
            </a:r>
          </a:p>
        </p:txBody>
      </p:sp>
    </p:spTree>
    <p:extLst>
      <p:ext uri="{BB962C8B-B14F-4D97-AF65-F5344CB8AC3E}">
        <p14:creationId xmlns:p14="http://schemas.microsoft.com/office/powerpoint/2010/main" val="173466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211C-2072-82ED-82DA-788D1BF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2AD3-773B-CD7C-BC9E-A1DB0AEAA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Analyze: Exploratory, predictive analysis, regression, text mining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Communicate: Data reporting, data visualization, business intelligence, decision making-analysts prepare the analyses in easily readable forms such as charts, graphs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131286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A8BC-A00C-2EFA-5967-47605A86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Science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7406F-61C7-D4FC-BCC9-AF2ADF698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Healthcare: </a:t>
            </a:r>
          </a:p>
          <a:p>
            <a:r>
              <a:rPr lang="en-US" dirty="0"/>
              <a:t>Gaming</a:t>
            </a:r>
          </a:p>
          <a:p>
            <a:r>
              <a:rPr lang="en-US" dirty="0"/>
              <a:t>Image recognition</a:t>
            </a:r>
          </a:p>
          <a:p>
            <a:r>
              <a:rPr lang="en-US" dirty="0"/>
              <a:t>Recommendation systems</a:t>
            </a:r>
          </a:p>
          <a:p>
            <a:r>
              <a:rPr lang="en-US" dirty="0"/>
              <a:t>Logistics </a:t>
            </a:r>
          </a:p>
          <a:p>
            <a:r>
              <a:rPr lang="en-US" dirty="0"/>
              <a:t>Fraud detection.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11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47AB-F32C-411E-68F2-23F576B3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Value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43BC-1611-79C7-8115-691D7759B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evolution of data from collection to analysis, dissemination and the final impact of data on decision making.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04164-4649-4BEF-5345-FC275F960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334" y="3429000"/>
            <a:ext cx="3589331" cy="24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1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33690-9325-60BC-14DC-FDCF5CE1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Big Data Value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CD1A-2917-977D-AB6A-B3686E77A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Capture and Acquisition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cleansing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curation, integration, and enrichment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84779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E720-3CBC-7E98-2209-11D5267B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Big Data Value Chain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1B7435-5126-D396-568B-91F7BC97E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822" y="2101756"/>
            <a:ext cx="7675220" cy="2932138"/>
          </a:xfrm>
        </p:spPr>
      </p:pic>
    </p:spTree>
    <p:extLst>
      <p:ext uri="{BB962C8B-B14F-4D97-AF65-F5344CB8AC3E}">
        <p14:creationId xmlns:p14="http://schemas.microsoft.com/office/powerpoint/2010/main" val="2047050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C8ED-1155-5B74-3968-4261743BC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9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26F0-0B4A-4B85-3BFC-CFC71C0D1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022"/>
            <a:ext cx="10515600" cy="4762941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60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Data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refers to datasets that are too large, complex, and dynamic to be processed and analyzed by traditional data management tools.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 Definitions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a massive amount of data that keeps on growing exponentially with time.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so voluminous that it cannot be processed or analyzed using conventional data processing techniques.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includes data mining, data storage, data analysis, data sharing, and data visualization.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is an all-comprehensive one including data, data frameworks, along with the tools and techniques used to process and analyze the data. </a:t>
            </a:r>
            <a:endParaRPr lang="en-US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8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0C64-0AAB-AE23-2ED1-DB8B1AE2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7755E-72EB-49EC-1025-0EC45D05D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data is characterized by the 3Vs: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Volume: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The vast amount of data generated from various sources (e.g., social media, sensors, transactions).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Velocity: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The speed at which data is generated and processed (e.g., real-time data streams).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Variety: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The different types of data (structured, unstructured, and semi-structured).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93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850B-D685-7372-5F71-710B00F7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9F5C-E398-B407-A963-6FAD4169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35"/>
            <a:ext cx="10515600" cy="468752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History of Big Data Although the concept of big data itself is relatively new, the origins of large data sets go back to the 1960s and ‘70s.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2005, people began to realize just how much data users generated through Facebook, YouTube, and other online services.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Hadoop (an open-source framework created specifically to store and analyze big data sets) was developed that same year.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NoSQL also began to gain popularity during this time.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open-source frameworks, such as Hadoop (and more recently, Spark) was essential for the growth of big data because they make big data easier to work with and cheaper to store.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years since then, the volume of big data has skyrocketed. Users are still generating huge amounts of data—but it’s not just humans who are doing it.</a:t>
            </a:r>
          </a:p>
        </p:txBody>
      </p:sp>
    </p:spTree>
    <p:extLst>
      <p:ext uri="{BB962C8B-B14F-4D97-AF65-F5344CB8AC3E}">
        <p14:creationId xmlns:p14="http://schemas.microsoft.com/office/powerpoint/2010/main" val="122883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6B0B0-8B45-1CB1-1972-2052C74C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C9C7E-EC13-F042-ABFA-5570E5531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advent of the Internet of Things (IoT), more objects and devices are connected to the internet, gathering data on customer usage patterns and product performance.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emergence of machine learning has produced still more data. While big data has come far, its usefulness is only just beginning.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computing has expanded big data possibilities even further.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offers truly elastic scalability, where developers can simply spin up ad hoc clusters to test a subset of data</a:t>
            </a:r>
          </a:p>
        </p:txBody>
      </p:sp>
    </p:spTree>
    <p:extLst>
      <p:ext uri="{BB962C8B-B14F-4D97-AF65-F5344CB8AC3E}">
        <p14:creationId xmlns:p14="http://schemas.microsoft.com/office/powerpoint/2010/main" val="342276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96AB-5CCF-2F7A-C9C1-95A01115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003D3-3D72-7600-5CC3-509269A57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big data does not revolve around how much data a company has but how a company utilizes the collected data.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company uses data in its own way; the more efficiently a company uses its data, the more potential it has to grow.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can take data from any source and analyze it to find answers which will enable:</a:t>
            </a:r>
          </a:p>
        </p:txBody>
      </p:sp>
    </p:spTree>
    <p:extLst>
      <p:ext uri="{BB962C8B-B14F-4D97-AF65-F5344CB8AC3E}">
        <p14:creationId xmlns:p14="http://schemas.microsoft.com/office/powerpoint/2010/main" val="3509815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7474-E175-4E9D-6CE6-3E324BCF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CC542-FB9F-B048-161A-2ED0993C4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Reductions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market 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online reputation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 Customer Acquisition and Retention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Advertisers problem and offer marketing insights</a:t>
            </a:r>
          </a:p>
        </p:txBody>
      </p:sp>
    </p:spTree>
    <p:extLst>
      <p:ext uri="{BB962C8B-B14F-4D97-AF65-F5344CB8AC3E}">
        <p14:creationId xmlns:p14="http://schemas.microsoft.com/office/powerpoint/2010/main" val="1769424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FDCC-4082-77D7-BB38-74847F98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839"/>
            <a:ext cx="10515600" cy="832849"/>
          </a:xfrm>
        </p:spPr>
        <p:txBody>
          <a:bodyPr>
            <a:normAutofit fontScale="90000"/>
          </a:bodyPr>
          <a:lstStyle/>
          <a:p>
            <a:r>
              <a:rPr lang="en-US" sz="3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Data Challenges: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6165C-A387-978A-F1F9-54B0CE53B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Storage and processing: Traditional databases are insufficient for managing big data.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 Security and Privacy: Sensitive information in large datasets requires proper handling.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Analysis: Big data requires advanced algorithms and tools to extract meaningful patterns.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79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7033-FF66-D453-1927-9C04AA2F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9559"/>
            <a:ext cx="10515600" cy="861129"/>
          </a:xfrm>
        </p:spPr>
        <p:txBody>
          <a:bodyPr>
            <a:normAutofit fontScale="90000"/>
          </a:bodyPr>
          <a:lstStyle/>
          <a:p>
            <a:r>
              <a:rPr lang="en-US" sz="3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Skills and Tools Required for Data Science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216EE-E030-B906-A869-9470EB556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be proficient in data science, one needs a mix of technical, analytical, and domain-specific skills. These include: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Skills: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Knowledge of languages like Python, R, and SQL is fundamental for data manipulation and analysis.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 &amp; Statistics: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Understanding statistical methods (e.g., regression, hypothesis testing, probability) and linear algebra for machine learning.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Wrangling: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Ability to clean and preprocess data using tools like Pandas and Excel.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Knowledge of supervised and unsupervised learning algorithms, model evaluation, and tuning.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ABC3-ADE8-6C42-1FB9-09975601F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3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Technologies: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78D5-3465-E1D0-08BB-F0B1E09A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849"/>
            <a:ext cx="10515600" cy="4612114"/>
          </a:xfrm>
        </p:spPr>
        <p:txBody>
          <a:bodyPr/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Python Libraries: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Pandas, NumPy, Scikit-learn, TensorFlow, </a:t>
            </a:r>
            <a:r>
              <a:rPr lang="en-US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PyTorch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R: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For statistical analysis and data visualization.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SQL/NoSQL Databases: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To handle and query data.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Tableau/Power BI: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For creating interactive dashboards and visualizing data.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Hadoop and Spark: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For big data processing.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63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85A5-18AF-F148-2DCE-6DBA0804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sz="4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Ethical Considerations in Data Science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B836-2350-2233-2835-7ADAD6BF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678101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the increasing application of data science in real-world scenarios, ethical considerations are crucial. Some of the major ethical concerns include: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Privacy and Security in Data Science:</a:t>
            </a:r>
            <a:endParaRPr lang="en-US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Privacy Concerns: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Data scientists often work with personal or sensitive data, which poses risks related to privacy violations. Protecting personally identifiable information (PII) is critical.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Measures: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Ensuring that data is secure from unauthorized access or cyber-attacks by implementing encryption, secure communication channels, and robust authentication.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GDPR (General Data Protection Regulation) in the EU has set strict standards for data protection and privacy.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578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0E46-6194-0609-1347-A0B700A6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0D130-723E-E380-F3FA-D50E4BBEF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593260"/>
          </a:xfrm>
        </p:spPr>
        <p:txBody>
          <a:bodyPr>
            <a:normAutofit fontScale="85000" lnSpcReduction="20000"/>
          </a:bodyPr>
          <a:lstStyle/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Bias and Fairness in Data Science:</a:t>
            </a:r>
            <a:endParaRPr lang="en-US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Bias: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Machine learning models can inherit biases present in the data, leading to unfair predictions. This can affect hiring, loan approval, and criminal justice.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Fairness in Decision-Making: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Ensuring that algorithms do not discriminate based on gender, race, age, or other irrelevant factors.</a:t>
            </a:r>
          </a:p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The use of biased data in facial recognition technology has led to controversies regarding racial biases in automated systems.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Transparency and Accountability in Data Science:</a:t>
            </a:r>
            <a:endParaRPr lang="en-US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Transparency: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Machine learning models, especially deep learning, are often seen as "black boxes." Data scientists must ensure that models are interpretable and that their decisions can be explained.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Accountability: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Data scientists and organizations must be accountable for the outcomes and implications of using data and AI, especially when these systems affect people’s lives.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08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B47B-8EE4-4E89-08DC-E0145F29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AI Fairness in Data Management and Analytics: A Review on Challenges,  Methodologies and Applications">
            <a:extLst>
              <a:ext uri="{FF2B5EF4-FFF2-40B4-BE49-F238E27FC236}">
                <a16:creationId xmlns:a16="http://schemas.microsoft.com/office/drawing/2014/main" id="{FBA6A9B9-364A-FE59-B5B6-9CE981698A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80" y="1825625"/>
            <a:ext cx="100112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669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2814-7ED5-FB56-98E0-98FF30E5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61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2349A-E53A-DA59-D1F5-220A6A0DF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326"/>
            <a:ext cx="10515600" cy="4866637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Applications of Data Science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Data science is used in various fields to solve real-world problems. Some prominent applications include:</a:t>
            </a: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1. Business Analytics:</a:t>
            </a:r>
            <a:endParaRPr lang="en-US" sz="24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Customer Segmentation: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Analyzing purchasing patterns to segment customers and offer personalized recommendations.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Sales Forecasting: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Predicting future sales based on historical data.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Churn Prediction: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Identifying customers at risk of leaving a service or brand and designing retention strategies.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48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016B-160B-5656-EE24-8C0825C4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3C445-416A-9BE8-DDA4-2ED045049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606"/>
            <a:ext cx="10515600" cy="4838358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2. Social Media Analysis: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Sentiment Analysis: Analyzing social media posts to understand public opinion about a brand or topic.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Trend Detection: Identifying emerging trends by analyzing conversations and hashtags.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Influencer Marketing: Identifying key influencers for marketing campaigns.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228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157B-35ED-EAE0-61FD-D721C63F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AC64F-DD0D-D602-5612-E16DD9FEE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90"/>
            <a:ext cx="10515600" cy="4668674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3. Healthcare Analytics:</a:t>
            </a:r>
            <a:endParaRPr lang="en-US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Predictive Healthcare: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Using patient data to predict disease outbreaks, patient outcomes, or readmission risks.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Medical Imaging: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Analyzing medical images (X-rays, MRIs) using deep learning algorithms to detect diseases such as cancer.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Personalized Treatment Plans: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Tailoring treatments based on the genetic data of patients (precision medicine).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69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342D-8F8C-D872-3B2A-27E151A3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1A267-D938-92EA-1915-7B2DAA00C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753"/>
            <a:ext cx="10515600" cy="485721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3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3. Environmental Analytics: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Climate Change Modeling: Predicting the effects of climate change using historical environmental data.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Resource Management: Optimizing energy and water usage through real-time data analysis.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Wildlife Conservation: Analyzing population trends and tracking animal movements to protect endangered species.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11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C7DC-65AA-792F-2476-2AC04C7C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19C81-BA38-F0E2-AF6A-59C474922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472"/>
            <a:ext cx="10515600" cy="4885491"/>
          </a:xfrm>
        </p:spPr>
        <p:txBody>
          <a:bodyPr/>
          <a:lstStyle/>
          <a:p>
            <a:pPr marL="0" marR="0" lv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4. Local Use Cases:</a:t>
            </a:r>
            <a:endParaRPr lang="en-US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0000400000000000000" pitchFamily="2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Smart Cities: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Using data to optimize urban infrastructure, traffic management, and public services.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Education: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Analyzing student performance data to improve learning outcomes.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Agriculture: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0000400000000000000" pitchFamily="2"/>
              </a:rPr>
              <a:t> Using sensor data for precision farming, optimizing irrigation, and predicting crop yields.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87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4C18-BBCC-1FF4-14A6-41E3CC0F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8A1A-BF6E-89CB-ABB6-599DD254A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30"/>
            <a:ext cx="10515600" cy="4583833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Data Science: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organizations become more data-driven, data science will involve cross-disciplinary teams, combining domain experts with data scientists to ensure that insights are actionable and relevant to specific business problems.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trend toward collaboration will also foster more inclusive, diverse approaches to solving problems with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746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CACF-DB22-E48C-9923-E77532CE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314A6-A028-C8E2-1BC3-14ECB27F1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29"/>
            <a:ext cx="10515600" cy="4583833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future of data science is incredibly bright, with its applications continually expanding and transforming industries. </a:t>
            </a: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technology advances, data scientists will be at the forefront of these innovations, using cutting-edge tools and techniques to solve increasingly complex challenges. </a:t>
            </a: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vast opportunities for data science professionals, who will play a key role in shaping the future of business, technology, and society at large.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6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1791</Words>
  <Application>Microsoft Office PowerPoint</Application>
  <PresentationFormat>Widescreen</PresentationFormat>
  <Paragraphs>133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Symbol</vt:lpstr>
      <vt:lpstr>Times New Roman</vt:lpstr>
      <vt:lpstr>Office Theme</vt:lpstr>
      <vt:lpstr>Data Science Unit1: Introduction</vt:lpstr>
      <vt:lpstr>Overview of Data Science</vt:lpstr>
      <vt:lpstr>Data Vs Information</vt:lpstr>
      <vt:lpstr>Data and Information</vt:lpstr>
      <vt:lpstr>Types of Data and it’s Representation</vt:lpstr>
      <vt:lpstr>Data Science Lifecycle</vt:lpstr>
      <vt:lpstr>PowerPoint Presentation</vt:lpstr>
      <vt:lpstr>Data Science Applications</vt:lpstr>
      <vt:lpstr>Data Value Chain</vt:lpstr>
      <vt:lpstr>Big Data Value Chain</vt:lpstr>
      <vt:lpstr>Big Data Value Chain</vt:lpstr>
      <vt:lpstr>Big Data</vt:lpstr>
      <vt:lpstr>PowerPoint Presentation</vt:lpstr>
      <vt:lpstr>History of Big Data</vt:lpstr>
      <vt:lpstr>PowerPoint Presentation</vt:lpstr>
      <vt:lpstr>Why Big Data</vt:lpstr>
      <vt:lpstr>Benefits of Big Data</vt:lpstr>
      <vt:lpstr>Big Data Challenges: </vt:lpstr>
      <vt:lpstr> Skills and Tools Required for Data Science </vt:lpstr>
      <vt:lpstr>Tools &amp; Technologies: </vt:lpstr>
      <vt:lpstr>Ethical Considerations in Data Science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of Data Science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Saroj Giri</dc:creator>
  <cp:lastModifiedBy>Saroj Giri</cp:lastModifiedBy>
  <cp:revision>14</cp:revision>
  <dcterms:created xsi:type="dcterms:W3CDTF">2024-11-20T13:44:01Z</dcterms:created>
  <dcterms:modified xsi:type="dcterms:W3CDTF">2025-11-12T04:50:42Z</dcterms:modified>
</cp:coreProperties>
</file>